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PRACTICAL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— From POC to Practical Application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use cases and evidence gathered during the solution's internal maturation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08676" cy="3291840"/>
          </a:xfrm>
          <a:prstGeom prst="roundRect">
            <a:avLst>
              <a:gd name="adj" fmla="val 3333"/>
            </a:avLst>
          </a:prstGeom>
          <a:solidFill>
            <a:srgbClr val="EEF4FE"/>
          </a:solidFill>
          <a:ln w="12700">
            <a:solidFill>
              <a:srgbClr val="B9CFF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566928" cy="566928"/>
          </a:xfrm>
          <a:prstGeom prst="ellipse">
            <a:avLst/>
          </a:prstGeom>
          <a:solidFill>
            <a:srgbClr val="DCE8FC"/>
          </a:solidFill>
          <a:ln w="12700">
            <a:solidFill>
              <a:srgbClr val="DCE8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386584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240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94276" y="22402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9CF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94276" y="22402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Colombia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4128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Recovery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017520"/>
            <a:ext cx="4860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227832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automated checkout and cart regression suites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611880"/>
            <a:ext cx="4860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APPLICATION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822192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triage + MCP accessibility tree locator healing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4206240"/>
            <a:ext cx="486003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A7DBC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4297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OUTCOME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553712"/>
            <a:ext cx="44942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observed accuracy during evaluated test set</a:t>
            </a:r>
            <a:endParaRPr lang="en-US" sz="12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Distinguished selector shifts from flaky-test behavior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31636" y="1965960"/>
            <a:ext cx="5408676" cy="3291840"/>
          </a:xfrm>
          <a:prstGeom prst="roundRect">
            <a:avLst>
              <a:gd name="adj" fmla="val 3333"/>
            </a:avLst>
          </a:prstGeom>
          <a:solidFill>
            <a:srgbClr val="EDF8F3"/>
          </a:solidFill>
          <a:ln w="12700">
            <a:solidFill>
              <a:srgbClr val="B5DFCF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6505956" y="2240280"/>
            <a:ext cx="566928" cy="566928"/>
          </a:xfrm>
          <a:prstGeom prst="ellipse">
            <a:avLst/>
          </a:prstGeom>
          <a:solidFill>
            <a:srgbClr val="D3EFE4"/>
          </a:solidFill>
          <a:ln w="12700">
            <a:solidFill>
              <a:srgbClr val="D3EFE4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60" y="2386584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37476" y="2240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537192" y="22402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5DFC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537192" y="2240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Colombia → Mexico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7237476" y="2468880"/>
            <a:ext cx="4128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Cross-Country Adaptation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6505956" y="3017520"/>
            <a:ext cx="4860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BASELINE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6505956" y="3227832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Colombia E2E test suite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6505956" y="3611880"/>
            <a:ext cx="4860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CONTEXT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6505956" y="3822192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store environment &amp; DOM differences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505956" y="4206240"/>
            <a:ext cx="486003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A7DBC2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688836" y="4297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OUTCOME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6688836" y="4553712"/>
            <a:ext cx="44942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 existing test codebase as baseline</a:t>
            </a:r>
            <a:endParaRPr lang="en-US" sz="12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manual effort for simple adjustments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22960" y="5875020"/>
            <a:ext cx="10543032" cy="0"/>
          </a:xfrm>
          <a:prstGeom prst="line">
            <a:avLst/>
          </a:prstGeom>
          <a:noFill/>
          <a:ln w="12700">
            <a:solidFill>
              <a:srgbClr val="E6ECF5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22960" y="5440680"/>
            <a:ext cx="84399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Status:  </a:t>
            </a:r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through practical use during internal maturation. Documented evidence on real suites.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9445752" y="5532120"/>
            <a:ext cx="1920240" cy="246888"/>
          </a:xfrm>
          <a:prstGeom prst="roundRect">
            <a:avLst>
              <a:gd name="adj" fmla="val 50000"/>
            </a:avLst>
          </a:prstGeom>
          <a:solidFill>
            <a:srgbClr val="DCE8FC"/>
          </a:solidFill>
          <a:ln w="12700">
            <a:solidFill>
              <a:srgbClr val="DCE8FC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9445752" y="553212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Evidence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822960" y="5875020"/>
            <a:ext cx="880567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Status:  </a:t>
            </a:r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Validations Documented in Real Environments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9811512" y="5966460"/>
            <a:ext cx="1554480" cy="246888"/>
          </a:xfrm>
          <a:prstGeom prst="roundRect">
            <a:avLst>
              <a:gd name="adj" fmla="val 50000"/>
            </a:avLst>
          </a:prstGeom>
          <a:solidFill>
            <a:srgbClr val="D3EFE4"/>
          </a:solidFill>
          <a:ln w="12700">
            <a:solidFill>
              <a:srgbClr val="D3EFE4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9811512" y="596646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SDET Evidence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Test Healer</a:t>
            </a:r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Technical Architecture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10268712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2026-09-23T14:41:20Z</dcterms:created>
  <dcterms:modified xsi:type="dcterms:W3CDTF">2026-09-23T14:41:20Z</dcterms:modified>
</cp:coreProperties>
</file>